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2"/>
    <p:restoredTop sz="94694"/>
  </p:normalViewPr>
  <p:slideViewPr>
    <p:cSldViewPr snapToGrid="0">
      <p:cViewPr varScale="1">
        <p:scale>
          <a:sx n="94" d="100"/>
          <a:sy n="94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EE42-3959-ABE6-BF6E-B674992E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Core AI Website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1EC75-4950-F208-00EC-661EEE41A611}"/>
              </a:ext>
            </a:extLst>
          </p:cNvPr>
          <p:cNvSpPr txBox="1"/>
          <p:nvPr/>
        </p:nvSpPr>
        <p:spPr>
          <a:xfrm>
            <a:off x="434340" y="1771650"/>
            <a:ext cx="103644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Product Manager Project Documentation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Project Overview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Product: Solution Core AI Business Website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Goal: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Create a professional digital presence for Solution Core AI that clearly communicates services, generates leads, builds credibility, and provides an easy path for potential customers to contact the company.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Success Metrics: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Professional online presence established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Visitors understand services within 10 seconds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Clear contact pathway available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Mobile-responsive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Customer engagement through chatbot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Lead generation capability</a:t>
            </a:r>
          </a:p>
          <a:p>
            <a:pPr algn="l">
              <a:buNone/>
            </a:pPr>
            <a:br>
              <a:rPr lang="en-US" b="0" i="0" dirty="0">
                <a:solidFill>
                  <a:srgbClr val="000000"/>
                </a:solidFill>
                <a:effectLst/>
              </a:rPr>
            </a:b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82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D4451-7EA9-C990-1CFA-2AFD92098D21}"/>
              </a:ext>
            </a:extLst>
          </p:cNvPr>
          <p:cNvSpPr txBox="1"/>
          <p:nvPr/>
        </p:nvSpPr>
        <p:spPr>
          <a:xfrm>
            <a:off x="500063" y="1119872"/>
            <a:ext cx="47577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Product Manager Responsibilities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Discovery Phase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Business Problem Identification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Observed Problems: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No central online presence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Services not clearly communicated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No lead capture mechanism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No AI-focused company branding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Limited customer discovery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D3F4A-6A3E-1204-917B-A5AF6A2365C6}"/>
              </a:ext>
            </a:extLst>
          </p:cNvPr>
          <p:cNvSpPr txBox="1"/>
          <p:nvPr/>
        </p:nvSpPr>
        <p:spPr>
          <a:xfrm>
            <a:off x="500063" y="3896559"/>
            <a:ext cx="54321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PM Deliverables: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Problem Statement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Business Goals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Stakeholder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Success Metrics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Tools Used: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Stakeholder Interviews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Business Requirement Document (BRD)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 Vision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18B85-2093-ACB5-F1F2-40F09361126E}"/>
              </a:ext>
            </a:extLst>
          </p:cNvPr>
          <p:cNvSpPr txBox="1"/>
          <p:nvPr/>
        </p:nvSpPr>
        <p:spPr>
          <a:xfrm>
            <a:off x="5049203" y="1119872"/>
            <a:ext cx="60979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Market Research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Activities: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Review AI consulting websites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Analyze competitor positioning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Evaluate consulting company landing pages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Research chatbot best practices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PM Deliverables: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Competitive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Market Positioning Document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Opportunity Assessment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Tools: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SWOT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Competitor Matrix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Customer Journey 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D65C00-89D3-6CE3-341B-01BE06980BF2}"/>
              </a:ext>
            </a:extLst>
          </p:cNvPr>
          <p:cNvSpPr txBox="1"/>
          <p:nvPr/>
        </p:nvSpPr>
        <p:spPr>
          <a:xfrm>
            <a:off x="717233" y="1242120"/>
            <a:ext cx="60979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Product Strategy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Vision: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Provide businesses with a simple and professional way to discover AI consulting, automation, digital marketing, web development, and product consulting services.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Target Users: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Small businesses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Startups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Professional service companies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Healthcare organizations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Technology companies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ABB6B-1A2E-6F66-28F4-5B6F1D4E825D}"/>
              </a:ext>
            </a:extLst>
          </p:cNvPr>
          <p:cNvSpPr txBox="1"/>
          <p:nvPr/>
        </p:nvSpPr>
        <p:spPr>
          <a:xfrm>
            <a:off x="6815137" y="1242120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Prioritized Features: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Homepage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Service Catalog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 Showcase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Industry Focus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Contact Page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Chatbot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Social Media 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68A2D-A259-07A9-964F-CD04A866245E}"/>
              </a:ext>
            </a:extLst>
          </p:cNvPr>
          <p:cNvSpPr txBox="1"/>
          <p:nvPr/>
        </p:nvSpPr>
        <p:spPr>
          <a:xfrm>
            <a:off x="6760844" y="3781276"/>
            <a:ext cx="6457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Methodology: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Agile Product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 Backlog Prioritization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MVP Approach</a:t>
            </a:r>
          </a:p>
        </p:txBody>
      </p:sp>
    </p:spTree>
    <p:extLst>
      <p:ext uri="{BB962C8B-B14F-4D97-AF65-F5344CB8AC3E}">
        <p14:creationId xmlns:p14="http://schemas.microsoft.com/office/powerpoint/2010/main" val="413729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B48155-FDE5-D1DD-7829-94E0B32A9586}"/>
              </a:ext>
            </a:extLst>
          </p:cNvPr>
          <p:cNvSpPr txBox="1"/>
          <p:nvPr/>
        </p:nvSpPr>
        <p:spPr>
          <a:xfrm>
            <a:off x="1243013" y="566678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Product Requirements Document (PRD)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Feature 1: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Homepage Hero Section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Requirement: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Company logo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Value proposition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CTA buttons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Mobile responsive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Priority: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High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CC473-90FE-BD6F-1F3E-884B803A2C71}"/>
              </a:ext>
            </a:extLst>
          </p:cNvPr>
          <p:cNvSpPr txBox="1"/>
          <p:nvPr/>
        </p:nvSpPr>
        <p:spPr>
          <a:xfrm>
            <a:off x="5975033" y="843677"/>
            <a:ext cx="34318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Feature 2: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Solutions Section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Requirement: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AI Consulting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Automation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Marketing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Web Development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Priority: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1E8A5-CC9E-9B40-5292-CD6F693EE710}"/>
              </a:ext>
            </a:extLst>
          </p:cNvPr>
          <p:cNvSpPr txBox="1"/>
          <p:nvPr/>
        </p:nvSpPr>
        <p:spPr>
          <a:xfrm>
            <a:off x="1243013" y="3705999"/>
            <a:ext cx="45519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Feature 3: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Products Section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Requirement: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AI Marketing Assistant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 Management Consulting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Agile Enterprise Consulting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Business Chatbot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Priority: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Medium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1D8EC-3464-9642-38A9-5505B8092DE4}"/>
              </a:ext>
            </a:extLst>
          </p:cNvPr>
          <p:cNvSpPr txBox="1"/>
          <p:nvPr/>
        </p:nvSpPr>
        <p:spPr>
          <a:xfrm>
            <a:off x="5975033" y="3530799"/>
            <a:ext cx="41748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Feature 4: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Customer Support Chatbot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Requirement: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Open and close functionality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Professional greeting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Quick action buttons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Business service responses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Priority: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75185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C04A7C-C042-09C7-09B4-E0E478329765}"/>
              </a:ext>
            </a:extLst>
          </p:cNvPr>
          <p:cNvSpPr txBox="1"/>
          <p:nvPr/>
        </p:nvSpPr>
        <p:spPr>
          <a:xfrm>
            <a:off x="1163003" y="620167"/>
            <a:ext cx="6097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User Stories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US-001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As a visitor,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I want to understand Solution Core AI services,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so that I can determine whether the company can help my business.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78DB5-92EA-16E6-4F05-22BF87460FCB}"/>
              </a:ext>
            </a:extLst>
          </p:cNvPr>
          <p:cNvSpPr txBox="1"/>
          <p:nvPr/>
        </p:nvSpPr>
        <p:spPr>
          <a:xfrm>
            <a:off x="1163003" y="2503170"/>
            <a:ext cx="41846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US-002</a:t>
            </a:r>
          </a:p>
          <a:p>
            <a:r>
              <a:rPr lang="en-US" dirty="0"/>
              <a:t>As a prospective customer,</a:t>
            </a:r>
            <a:br>
              <a:rPr lang="en-US" dirty="0"/>
            </a:br>
            <a:r>
              <a:rPr lang="en-US" dirty="0"/>
              <a:t>I want an easy way to contact the company,</a:t>
            </a:r>
            <a:br>
              <a:rPr lang="en-US" dirty="0"/>
            </a:br>
            <a:r>
              <a:rPr lang="en-US" dirty="0"/>
              <a:t>so that I can request a consultation.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ACD32-C80D-B1F3-3070-585E580B36BF}"/>
              </a:ext>
            </a:extLst>
          </p:cNvPr>
          <p:cNvSpPr txBox="1"/>
          <p:nvPr/>
        </p:nvSpPr>
        <p:spPr>
          <a:xfrm>
            <a:off x="1163003" y="3980498"/>
            <a:ext cx="48898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US-003</a:t>
            </a:r>
          </a:p>
          <a:p>
            <a:r>
              <a:rPr lang="en-US" dirty="0"/>
              <a:t>As a website visitor,</a:t>
            </a:r>
            <a:br>
              <a:rPr lang="en-US" dirty="0"/>
            </a:br>
            <a:r>
              <a:rPr lang="en-US" dirty="0"/>
              <a:t>I want to ask questions through a chatbot,</a:t>
            </a:r>
            <a:br>
              <a:rPr lang="en-US" dirty="0"/>
            </a:br>
            <a:r>
              <a:rPr lang="en-US" dirty="0"/>
              <a:t>so that I can quickly learn about available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5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A44412-4234-6A3F-E292-E6D26DEE4B1A}"/>
              </a:ext>
            </a:extLst>
          </p:cNvPr>
          <p:cNvSpPr txBox="1"/>
          <p:nvPr/>
        </p:nvSpPr>
        <p:spPr>
          <a:xfrm>
            <a:off x="488633" y="1624043"/>
            <a:ext cx="34661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Product Backlog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High Priority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Website structure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Navigation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Service descriptions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Contact section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Medium Priority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Chatbot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Social links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 cards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Future Enhancements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CRM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AI-powered chatbot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Analytics dashboard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Customer testimonials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Online scheduling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3D13A-1899-497C-724F-D936635F2DC4}"/>
              </a:ext>
            </a:extLst>
          </p:cNvPr>
          <p:cNvSpPr txBox="1"/>
          <p:nvPr/>
        </p:nvSpPr>
        <p:spPr>
          <a:xfrm>
            <a:off x="3096064" y="1624043"/>
            <a:ext cx="31947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Sprint Planning</a:t>
            </a:r>
          </a:p>
          <a:p>
            <a:r>
              <a:rPr lang="en-US" b="1" dirty="0">
                <a:highlight>
                  <a:srgbClr val="FFFF00"/>
                </a:highlight>
              </a:rPr>
              <a:t>Sprint 1</a:t>
            </a:r>
            <a:br>
              <a:rPr lang="en-US" dirty="0"/>
            </a:br>
            <a:r>
              <a:rPr lang="en-US" dirty="0"/>
              <a:t>Duration: 1 Week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Define scope</a:t>
            </a:r>
          </a:p>
          <a:p>
            <a:r>
              <a:rPr lang="en-US" dirty="0"/>
              <a:t>Create requirements</a:t>
            </a:r>
          </a:p>
          <a:p>
            <a:endParaRPr lang="en-US" dirty="0"/>
          </a:p>
          <a:p>
            <a:r>
              <a:rPr lang="en-US" dirty="0"/>
              <a:t>Establish information architecture</a:t>
            </a:r>
          </a:p>
          <a:p>
            <a:r>
              <a:rPr lang="en-US" dirty="0"/>
              <a:t>Deliverables:</a:t>
            </a:r>
          </a:p>
          <a:p>
            <a:r>
              <a:rPr lang="en-US" dirty="0"/>
              <a:t>PRD</a:t>
            </a:r>
          </a:p>
          <a:p>
            <a:r>
              <a:rPr lang="en-US" dirty="0"/>
              <a:t>Site map</a:t>
            </a:r>
          </a:p>
          <a:p>
            <a:r>
              <a:rPr lang="en-US" dirty="0"/>
              <a:t>Wireframes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AF867-3BA5-BC8D-71B2-55A04E6D5BAE}"/>
              </a:ext>
            </a:extLst>
          </p:cNvPr>
          <p:cNvSpPr txBox="1"/>
          <p:nvPr/>
        </p:nvSpPr>
        <p:spPr>
          <a:xfrm>
            <a:off x="6562211" y="1577875"/>
            <a:ext cx="24446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Sprint 2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Duration: 1 Week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Tasks: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Homepage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Navigation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Branding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Deliverables: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MVP homepage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CA5C4-2C65-6465-CC62-E8D07C47DE19}"/>
              </a:ext>
            </a:extLst>
          </p:cNvPr>
          <p:cNvSpPr txBox="1"/>
          <p:nvPr/>
        </p:nvSpPr>
        <p:spPr>
          <a:xfrm>
            <a:off x="9095937" y="1577876"/>
            <a:ext cx="30960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Sprint 3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Duration: 1 Week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Tasks: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Industries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Deliverables: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Core website content</a:t>
            </a:r>
          </a:p>
        </p:txBody>
      </p:sp>
    </p:spTree>
    <p:extLst>
      <p:ext uri="{BB962C8B-B14F-4D97-AF65-F5344CB8AC3E}">
        <p14:creationId xmlns:p14="http://schemas.microsoft.com/office/powerpoint/2010/main" val="148476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F99512-A884-29E2-E7EE-5D610A799D8F}"/>
              </a:ext>
            </a:extLst>
          </p:cNvPr>
          <p:cNvSpPr txBox="1"/>
          <p:nvPr/>
        </p:nvSpPr>
        <p:spPr>
          <a:xfrm>
            <a:off x="1194179" y="585927"/>
            <a:ext cx="34051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Sprint 4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Duration: 1 Week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Tasks: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Chatbot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Contact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Testing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Deliverables: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Production-ready website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74DF5-D672-C254-F64D-75AA18A3CA79}"/>
              </a:ext>
            </a:extLst>
          </p:cNvPr>
          <p:cNvSpPr txBox="1"/>
          <p:nvPr/>
        </p:nvSpPr>
        <p:spPr>
          <a:xfrm>
            <a:off x="4897273" y="447428"/>
            <a:ext cx="61005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PM Day-to-Day Activities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Daily Activities: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Review project progress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Prioritize backlog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Clarify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Remove blockers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Coordinate design and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Conduct stakeholder reviews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Track project timeline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Approve deliverables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18563-F31D-D391-A888-A03DFF79F63A}"/>
              </a:ext>
            </a:extLst>
          </p:cNvPr>
          <p:cNvSpPr txBox="1"/>
          <p:nvPr/>
        </p:nvSpPr>
        <p:spPr>
          <a:xfrm>
            <a:off x="8768687" y="447428"/>
            <a:ext cx="30457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Meetings: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Daily Standup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Sprint Planning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Backlog Refinement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Sprint Review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Retrospective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BE30D-6601-2033-7761-238FEF0D24B4}"/>
              </a:ext>
            </a:extLst>
          </p:cNvPr>
          <p:cNvSpPr txBox="1"/>
          <p:nvPr/>
        </p:nvSpPr>
        <p:spPr>
          <a:xfrm>
            <a:off x="1194179" y="3548251"/>
            <a:ext cx="39919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Tools Used By Product Manager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Planning: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Jira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Azure DevOps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Trello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 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Documentation: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Confluence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Notion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Google Docs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FD626-7DE6-A7F3-C915-4CB2A424DA05}"/>
              </a:ext>
            </a:extLst>
          </p:cNvPr>
          <p:cNvSpPr txBox="1"/>
          <p:nvPr/>
        </p:nvSpPr>
        <p:spPr>
          <a:xfrm>
            <a:off x="3828198" y="3871500"/>
            <a:ext cx="24907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Design Collaboration: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Figma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Miro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A98B30-7AA3-4CD4-94CD-78686102095B}"/>
              </a:ext>
            </a:extLst>
          </p:cNvPr>
          <p:cNvSpPr txBox="1"/>
          <p:nvPr/>
        </p:nvSpPr>
        <p:spPr>
          <a:xfrm>
            <a:off x="3828198" y="5071744"/>
            <a:ext cx="3309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Project Tracking: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Excel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Smartsheet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Microsoft Project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784A3-FCEF-9D3A-071F-858FAF28E68D}"/>
              </a:ext>
            </a:extLst>
          </p:cNvPr>
          <p:cNvSpPr txBox="1"/>
          <p:nvPr/>
        </p:nvSpPr>
        <p:spPr>
          <a:xfrm>
            <a:off x="6503158" y="3640583"/>
            <a:ext cx="36644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Communication: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Slack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Teams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Zoom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Analytics: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Google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Hotjar</a:t>
            </a:r>
          </a:p>
        </p:txBody>
      </p:sp>
    </p:spTree>
    <p:extLst>
      <p:ext uri="{BB962C8B-B14F-4D97-AF65-F5344CB8AC3E}">
        <p14:creationId xmlns:p14="http://schemas.microsoft.com/office/powerpoint/2010/main" val="144376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BCC4F3-172E-C13A-CB3C-193314185A3B}"/>
              </a:ext>
            </a:extLst>
          </p:cNvPr>
          <p:cNvSpPr txBox="1"/>
          <p:nvPr/>
        </p:nvSpPr>
        <p:spPr>
          <a:xfrm>
            <a:off x="1125941" y="809852"/>
            <a:ext cx="61005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Project Outcome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Delivered: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Fully functional Solution Core AI website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Responsive 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AI-focused branding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Service showcase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Customer support chatbot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Contact mechanism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 Social media integration</a:t>
            </a:r>
          </a:p>
          <a:p>
            <a:pPr algn="l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Result:</a:t>
            </a:r>
            <a:br>
              <a:rPr lang="en-US" b="0" i="0" dirty="0">
                <a:solidFill>
                  <a:srgbClr val="000000"/>
                </a:solidFill>
                <a:effectLst/>
              </a:rPr>
            </a:br>
            <a:r>
              <a:rPr lang="en-US" b="0" i="0" dirty="0">
                <a:solidFill>
                  <a:srgbClr val="000000"/>
                </a:solidFill>
                <a:effectLst/>
              </a:rPr>
              <a:t>Established a professional digital platform to support customer acquisition, brand awareness, and future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256309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7EC77E-F802-5D01-B4DD-EC688EEF0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90947"/>
              </p:ext>
            </p:extLst>
          </p:nvPr>
        </p:nvGraphicFramePr>
        <p:xfrm>
          <a:off x="1501254" y="931907"/>
          <a:ext cx="10363200" cy="329184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1164148465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750618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04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Discovery &amp;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7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Strategy &amp; Wireframes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19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UI/UX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458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Sprint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698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Sprint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65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Chatbot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93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QA &amp; Stakeholder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159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Week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837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91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035D61-1629-2957-5E70-AF451804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6" y="1245090"/>
            <a:ext cx="11456743" cy="436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84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99D330-5385-3A0E-C0D4-CCC5F774C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76" y="1937408"/>
            <a:ext cx="11849647" cy="3562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0F6306-51A1-A582-1A79-50DEC88E34C1}"/>
              </a:ext>
            </a:extLst>
          </p:cNvPr>
          <p:cNvSpPr txBox="1"/>
          <p:nvPr/>
        </p:nvSpPr>
        <p:spPr>
          <a:xfrm>
            <a:off x="1262418" y="1173287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Gantt Chart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0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4E9D42-B0A8-739F-7729-A2A617E7A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01" y="1241062"/>
            <a:ext cx="11779997" cy="412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9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1D56F1-B666-7A3A-A3BC-D4B9CBAB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45" y="1119362"/>
            <a:ext cx="10740710" cy="216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3F872C-F794-DFB6-C81F-FDDA0838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81" y="1846047"/>
            <a:ext cx="11668837" cy="31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5224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27</TotalTime>
  <Words>814</Words>
  <Application>Microsoft Macintosh PowerPoint</Application>
  <PresentationFormat>Widescreen</PresentationFormat>
  <Paragraphs>226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-webkit-standard</vt:lpstr>
      <vt:lpstr>Arial</vt:lpstr>
      <vt:lpstr>Tw Cen MT</vt:lpstr>
      <vt:lpstr>Droplet</vt:lpstr>
      <vt:lpstr>Solution Core AI Website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Pezeshgi</dc:creator>
  <cp:lastModifiedBy>Shahriar Pezeshgi</cp:lastModifiedBy>
  <cp:revision>2</cp:revision>
  <dcterms:created xsi:type="dcterms:W3CDTF">2026-06-08T05:36:03Z</dcterms:created>
  <dcterms:modified xsi:type="dcterms:W3CDTF">2026-06-08T06:03:25Z</dcterms:modified>
</cp:coreProperties>
</file>